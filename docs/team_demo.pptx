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7" r:id="rId2"/>
    <p:sldId id="258" r:id="rId3"/>
    <p:sldId id="261" r:id="rId4"/>
    <p:sldId id="260" r:id="rId5"/>
    <p:sldId id="263" r:id="rId6"/>
    <p:sldId id="256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EACB621-0D06-4155-B42C-C01728FB47A3}">
  <a:tblStyle styleId="{3EACB621-0D06-4155-B42C-C01728FB47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cd033b6e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cd033b6e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5658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A7ABD-0272-6221-8E12-5607DF04A6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98AFA-2642-2192-68CB-0DD4949816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Team #</a:t>
            </a:r>
          </a:p>
        </p:txBody>
      </p:sp>
    </p:spTree>
    <p:extLst>
      <p:ext uri="{BB962C8B-B14F-4D97-AF65-F5344CB8AC3E}">
        <p14:creationId xmlns:p14="http://schemas.microsoft.com/office/powerpoint/2010/main" val="2479771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112FA-8D23-E3A1-012B-B76C8AC5D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1F91E-0716-0E79-870E-77DDC5AE2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Members</a:t>
            </a:r>
          </a:p>
          <a:p>
            <a:r>
              <a:rPr lang="en-US" dirty="0"/>
              <a:t>Describe Software</a:t>
            </a:r>
          </a:p>
          <a:p>
            <a:r>
              <a:rPr lang="en-US" dirty="0"/>
              <a:t>Languages/Frameworks/Libraries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573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5058C-E9D4-5E1F-CDB7-A4C4138A1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Demo</a:t>
            </a:r>
          </a:p>
        </p:txBody>
      </p:sp>
    </p:spTree>
    <p:extLst>
      <p:ext uri="{BB962C8B-B14F-4D97-AF65-F5344CB8AC3E}">
        <p14:creationId xmlns:p14="http://schemas.microsoft.com/office/powerpoint/2010/main" val="2200394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0250DD8-473F-F03F-BBA5-F0A61060B6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882287"/>
              </p:ext>
            </p:extLst>
          </p:nvPr>
        </p:nvGraphicFramePr>
        <p:xfrm>
          <a:off x="413172" y="460586"/>
          <a:ext cx="8419128" cy="4233336"/>
        </p:xfrm>
        <a:graphic>
          <a:graphicData uri="http://schemas.openxmlformats.org/drawingml/2006/table">
            <a:tbl>
              <a:tblPr firstRow="1" bandRow="1">
                <a:tableStyleId>{3EACB621-0D06-4155-B42C-C01728FB47A3}</a:tableStyleId>
              </a:tblPr>
              <a:tblGrid>
                <a:gridCol w="2806376">
                  <a:extLst>
                    <a:ext uri="{9D8B030D-6E8A-4147-A177-3AD203B41FA5}">
                      <a16:colId xmlns:a16="http://schemas.microsoft.com/office/drawing/2014/main" val="3545995223"/>
                    </a:ext>
                  </a:extLst>
                </a:gridCol>
                <a:gridCol w="2354905">
                  <a:extLst>
                    <a:ext uri="{9D8B030D-6E8A-4147-A177-3AD203B41FA5}">
                      <a16:colId xmlns:a16="http://schemas.microsoft.com/office/drawing/2014/main" val="1138153231"/>
                    </a:ext>
                  </a:extLst>
                </a:gridCol>
                <a:gridCol w="3257847">
                  <a:extLst>
                    <a:ext uri="{9D8B030D-6E8A-4147-A177-3AD203B41FA5}">
                      <a16:colId xmlns:a16="http://schemas.microsoft.com/office/drawing/2014/main" val="1181415913"/>
                    </a:ext>
                  </a:extLst>
                </a:gridCol>
              </a:tblGrid>
              <a:tr h="529167">
                <a:tc>
                  <a:txBody>
                    <a:bodyPr/>
                    <a:lstStyle/>
                    <a:p>
                      <a:r>
                        <a:rPr lang="en-US" b="1" dirty="0"/>
                        <a:t>Feature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Status </a:t>
                      </a:r>
                      <a:endParaRPr lang="en-US" b="0" dirty="0"/>
                    </a:p>
                    <a:p>
                      <a:r>
                        <a:rPr lang="en-US" b="0" dirty="0"/>
                        <a:t>(Done, Partial, Not Started)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Issues</a:t>
                      </a:r>
                    </a:p>
                    <a:p>
                      <a:r>
                        <a:rPr lang="en-US" b="0" dirty="0"/>
                        <a:t>(If Partial or Not Started)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811698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80699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967699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18294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393827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386542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327374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424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781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5058C-E9D4-5E1F-CDB7-A4C4138A1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Walkthrough</a:t>
            </a:r>
          </a:p>
        </p:txBody>
      </p:sp>
    </p:spTree>
    <p:extLst>
      <p:ext uri="{BB962C8B-B14F-4D97-AF65-F5344CB8AC3E}">
        <p14:creationId xmlns:p14="http://schemas.microsoft.com/office/powerpoint/2010/main" val="639948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Retrospections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FF72B4-F1AD-9FDE-477D-17C8FF7229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054369"/>
              </p:ext>
            </p:extLst>
          </p:nvPr>
        </p:nvGraphicFramePr>
        <p:xfrm>
          <a:off x="490653" y="1280968"/>
          <a:ext cx="8162694" cy="3053394"/>
        </p:xfrm>
        <a:graphic>
          <a:graphicData uri="http://schemas.openxmlformats.org/drawingml/2006/table">
            <a:tbl>
              <a:tblPr firstRow="1" bandRow="1">
                <a:tableStyleId>{3EACB621-0D06-4155-B42C-C01728FB47A3}</a:tableStyleId>
              </a:tblPr>
              <a:tblGrid>
                <a:gridCol w="2720898">
                  <a:extLst>
                    <a:ext uri="{9D8B030D-6E8A-4147-A177-3AD203B41FA5}">
                      <a16:colId xmlns:a16="http://schemas.microsoft.com/office/drawing/2014/main" val="2386366385"/>
                    </a:ext>
                  </a:extLst>
                </a:gridCol>
                <a:gridCol w="2720898">
                  <a:extLst>
                    <a:ext uri="{9D8B030D-6E8A-4147-A177-3AD203B41FA5}">
                      <a16:colId xmlns:a16="http://schemas.microsoft.com/office/drawing/2014/main" val="3825684231"/>
                    </a:ext>
                  </a:extLst>
                </a:gridCol>
                <a:gridCol w="2720898">
                  <a:extLst>
                    <a:ext uri="{9D8B030D-6E8A-4147-A177-3AD203B41FA5}">
                      <a16:colId xmlns:a16="http://schemas.microsoft.com/office/drawing/2014/main" val="1448141761"/>
                    </a:ext>
                  </a:extLst>
                </a:gridCol>
              </a:tblGrid>
              <a:tr h="430068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What the team </a:t>
                      </a:r>
                      <a:r>
                        <a:rPr lang="en-US" b="1" dirty="0"/>
                        <a:t>Learned?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What can be Improved?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Future Plans for this Project?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73963"/>
                  </a:ext>
                </a:extLst>
              </a:tr>
              <a:tr h="2623326"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pt-BR" sz="1200" dirty="0">
                          <a:solidFill>
                            <a:schemeClr val="dk1"/>
                          </a:solidFill>
                        </a:rPr>
                        <a:t>Item 1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pt-BR" sz="1200" dirty="0">
                          <a:solidFill>
                            <a:schemeClr val="dk1"/>
                          </a:solidFill>
                        </a:rPr>
                        <a:t>Item 2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pt-BR" sz="1200" dirty="0">
                          <a:solidFill>
                            <a:schemeClr val="dk1"/>
                          </a:solidFill>
                        </a:rPr>
                        <a:t>Item 3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pt-BR" sz="1200" dirty="0">
                          <a:solidFill>
                            <a:schemeClr val="dk1"/>
                          </a:solidFill>
                        </a:rPr>
                        <a:t>Item 4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pt-BR" sz="1200" dirty="0">
                          <a:solidFill>
                            <a:schemeClr val="dk1"/>
                          </a:solidFill>
                        </a:rPr>
                        <a:t>…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pt-BR" sz="1200" dirty="0">
                          <a:solidFill>
                            <a:schemeClr val="dk1"/>
                          </a:solidFill>
                        </a:rPr>
                        <a:t>Item 1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pt-BR" sz="1200" dirty="0">
                          <a:solidFill>
                            <a:schemeClr val="dk1"/>
                          </a:solidFill>
                        </a:rPr>
                        <a:t>Item 2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pt-BR" sz="1200" dirty="0">
                          <a:solidFill>
                            <a:schemeClr val="dk1"/>
                          </a:solidFill>
                        </a:rPr>
                        <a:t>Item 3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pt-BR" sz="1200" dirty="0">
                          <a:solidFill>
                            <a:schemeClr val="dk1"/>
                          </a:solidFill>
                        </a:rPr>
                        <a:t>Item 4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pt-BR" sz="1200" dirty="0">
                          <a:solidFill>
                            <a:schemeClr val="dk1"/>
                          </a:solidFill>
                        </a:rPr>
                        <a:t>…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pt-BR" sz="1200" dirty="0">
                          <a:solidFill>
                            <a:schemeClr val="dk1"/>
                          </a:solidFill>
                        </a:rPr>
                        <a:t>Item 1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pt-BR" sz="1200" dirty="0">
                          <a:solidFill>
                            <a:schemeClr val="dk1"/>
                          </a:solidFill>
                        </a:rPr>
                        <a:t>Item 2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pt-BR" sz="1200" dirty="0">
                          <a:solidFill>
                            <a:schemeClr val="dk1"/>
                          </a:solidFill>
                        </a:rPr>
                        <a:t>Item 3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pt-BR" sz="1200" dirty="0">
                          <a:solidFill>
                            <a:schemeClr val="dk1"/>
                          </a:solidFill>
                        </a:rPr>
                        <a:t>Item 4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pt-BR" sz="1200" dirty="0">
                          <a:solidFill>
                            <a:schemeClr val="dk1"/>
                          </a:solidFill>
                        </a:rPr>
                        <a:t>…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0728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80</Words>
  <Application>Microsoft Office PowerPoint</Application>
  <PresentationFormat>On-screen Show (16:9)</PresentationFormat>
  <Paragraphs>32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Software Title</vt:lpstr>
      <vt:lpstr>Overview</vt:lpstr>
      <vt:lpstr>Software Demo</vt:lpstr>
      <vt:lpstr>PowerPoint Presentation</vt:lpstr>
      <vt:lpstr>Code Walkthrough</vt:lpstr>
      <vt:lpstr>Retrospections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Review Meeting</dc:title>
  <cp:lastModifiedBy>Macbeth, Chad</cp:lastModifiedBy>
  <cp:revision>4</cp:revision>
  <dcterms:modified xsi:type="dcterms:W3CDTF">2025-12-11T16:02:03Z</dcterms:modified>
</cp:coreProperties>
</file>